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ed/logo_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468880" cy="10881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457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D.K.T.E. Society’s Textile and Engineering Institute, Ichalkaranji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(Artificial Intelligence and Machine Learning)  |  Community Engagement Project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TRANSIT SERVICE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Bus Tracking &amp; Passenger Management System for Maharashtra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Aayaan D. Kalawant, Kunal S. Sapate, Omkar N. Chougule, Yash V. Tare, Vivek M. Chougale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Shreya Demanna   |   HOD: Prof. Dr. S.K. Shirgave   |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Transit Service  |  DKTE, Ichalkaranji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MSRTC runs 2.5 lakh+ daily trips for about 7.5 crore passengers a year, yet 86% of passengers report unreliable bus information.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06040" cy="118872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73152" cy="118872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bus location or ETA for commuters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920240"/>
            <a:ext cx="2606040" cy="118872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920240"/>
            <a:ext cx="73152" cy="118872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crew tracking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record of driver and conductor assignments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06040" cy="118872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920240"/>
            <a:ext cx="73152" cy="118872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ticketing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and revenue leakage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606040" cy="118872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73152" cy="118872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rural monitoring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routes lack monitoring and safety checks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3291840"/>
            <a:ext cx="2606040" cy="118872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3291840"/>
            <a:ext cx="73152" cy="118872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planning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cannot plan journeys, trust drops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Requirements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Transit Service  |  DKTE, Ichalkaranji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188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tracking over 4G/5G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and ETA for passengers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driver and conductor assignment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ticket and pass booking (Razorpay/UPI)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from live GPS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1188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visualization (OpenStreetMap/Google Maps)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9202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WebSocket, PostgreSQL, Redis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26060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/ Government Cloud hosting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2918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route monitoring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977640"/>
            <a:ext cx="365760" cy="365760"/>
          </a:xfrm>
          <a:prstGeom prst="ellipse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planning using ETA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Transit Service  |  DKTE, Ichalkaranji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7" name="Image 0" descr="/home/claude/w/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3006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at Shri Shivtirth Ichalkaranji Madhyavarti Bus Stand (MSRTC, Kolhapur Division)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18872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passenger, route-monitoring, crew-management and ticketing needs.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tracking and passenger information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and crew assignments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monitoring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Solution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Transit Service  |  DKTE, Ichalkaranji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devices + phone fallback, 4G/5G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Node.js/Python, REST + WebSocket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live cache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82880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app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Native, Android-first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6032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/ Google Maps API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56032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56032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portal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driver and conductor records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and passes via Razorpay/UPI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29184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29184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/ Government Cloud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02336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pilot, phased rollout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4023360"/>
            <a:ext cx="4023360" cy="640080"/>
          </a:xfrm>
          <a:prstGeom prst="rect">
            <a:avLst/>
          </a:prstGeom>
          <a:solidFill>
            <a:srgbClr val="F6F5E9"/>
          </a:solidFill>
          <a:ln w="12700">
            <a:solidFill>
              <a:srgbClr val="F6F5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4023360"/>
            <a:ext cx="73152" cy="640080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9204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Crowd, routes, demand forecasting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and Timeline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Transit Service  |  DKTE, Ichalkaranji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06040" cy="123444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E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passenger wait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06040" cy="123444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E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crew tracking per bus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06040" cy="123444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E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1874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ticketing workload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location visible to passengers within six months of launch; higher public trust through reliability and transparency.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4572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3566160"/>
            <a:ext cx="228600" cy="228600"/>
          </a:xfrm>
          <a:prstGeom prst="ellipse">
            <a:avLst/>
          </a:prstGeom>
          <a:solidFill>
            <a:srgbClr val="F2E224"/>
          </a:solidFill>
          <a:ln w="19050">
            <a:solidFill>
              <a:srgbClr val="2E2A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154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31720" y="3566160"/>
            <a:ext cx="228600" cy="228600"/>
          </a:xfrm>
          <a:prstGeom prst="ellipse">
            <a:avLst/>
          </a:prstGeom>
          <a:solidFill>
            <a:srgbClr val="F2E224"/>
          </a:solidFill>
          <a:ln w="19050">
            <a:solidFill>
              <a:srgbClr val="2E2A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28800" y="3154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3931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03320" y="3566160"/>
            <a:ext cx="228600" cy="228600"/>
          </a:xfrm>
          <a:prstGeom prst="ellipse">
            <a:avLst/>
          </a:prstGeom>
          <a:solidFill>
            <a:srgbClr val="F2E224"/>
          </a:solidFill>
          <a:ln w="19050">
            <a:solidFill>
              <a:srgbClr val="2E2A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0" y="3154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3931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74920" y="3566160"/>
            <a:ext cx="228600" cy="228600"/>
          </a:xfrm>
          <a:prstGeom prst="ellipse">
            <a:avLst/>
          </a:prstGeom>
          <a:solidFill>
            <a:srgbClr val="F2E224"/>
          </a:solidFill>
          <a:ln w="19050">
            <a:solidFill>
              <a:srgbClr val="2E2A7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3154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M8–9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3931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46520" y="3566160"/>
            <a:ext cx="228600" cy="228600"/>
          </a:xfrm>
          <a:prstGeom prst="ellipse">
            <a:avLst/>
          </a:prstGeom>
          <a:solidFill>
            <a:srgbClr val="F2E224"/>
          </a:solidFill>
          <a:ln w="19050">
            <a:solidFill>
              <a:srgbClr val="2E2A7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0" y="3154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3931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18120" y="3566160"/>
            <a:ext cx="228600" cy="228600"/>
          </a:xfrm>
          <a:prstGeom prst="ellipse">
            <a:avLst/>
          </a:prstGeom>
          <a:solidFill>
            <a:srgbClr val="F2E224"/>
          </a:solidFill>
          <a:ln w="19050">
            <a:solidFill>
              <a:srgbClr val="2E2A7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0" y="31546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M11–12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39319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E2A70"/>
          </a:solidFill>
          <a:ln w="12700">
            <a:solidFill>
              <a:srgbClr val="2E2A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2E224"/>
          </a:solidFill>
          <a:ln w="12700">
            <a:solidFill>
              <a:srgbClr val="F2E2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Transit Service  |  DKTE, Ichalkaranji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information gap between passengers and the MSRTC bus network.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live GPS tracking, ETA, digital crew records, online booking and fleet management.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GPS, Node.js/Python, PostgreSQL + Redis, React Native, Razorpay/UPI and NIC cloud.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crowd monitoring, route optimization and demand forecasting across Maharashtra.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Maharashtra Transit Service</dc:title>
  <dc:subject>PptxGenJS Presentation</dc:subject>
  <dc:creator>Aayaan D. Kalawant</dc:creator>
  <cp:lastModifiedBy>Aayaan D. Kalawant</cp:lastModifiedBy>
  <cp:revision>1</cp:revision>
  <dcterms:created xsi:type="dcterms:W3CDTF">2026-10-18T10:46:13Z</dcterms:created>
  <dcterms:modified xsi:type="dcterms:W3CDTF">2026-10-18T10:46:13Z</dcterms:modified>
</cp:coreProperties>
</file>